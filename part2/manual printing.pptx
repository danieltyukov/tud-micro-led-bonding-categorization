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5" r:id="rId2"/>
    <p:sldId id="555" r:id="rId3"/>
    <p:sldId id="260" r:id="rId4"/>
    <p:sldId id="259" r:id="rId5"/>
    <p:sldId id="557" r:id="rId6"/>
    <p:sldId id="556" r:id="rId7"/>
    <p:sldId id="55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B9243E-D519-4F45-98FC-F0238608E306}" v="11" dt="2026-05-24T10:37:19.2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56" d="100"/>
          <a:sy n="56" d="100"/>
        </p:scale>
        <p:origin x="7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bdelwahab" userId="49c743cc-0c49-48de-bfb0-8eb7ae96dc7f" providerId="ADAL" clId="{C516C351-5ACB-4A36-9364-AF9B0A0B6092}"/>
    <pc:docChg chg="undo custSel addSld delSld modSld sldOrd">
      <pc:chgData name="Ahmed Abdelwahab" userId="49c743cc-0c49-48de-bfb0-8eb7ae96dc7f" providerId="ADAL" clId="{C516C351-5ACB-4A36-9364-AF9B0A0B6092}" dt="2026-05-24T10:38:23.257" v="55" actId="47"/>
      <pc:docMkLst>
        <pc:docMk/>
      </pc:docMkLst>
      <pc:sldChg chg="del">
        <pc:chgData name="Ahmed Abdelwahab" userId="49c743cc-0c49-48de-bfb0-8eb7ae96dc7f" providerId="ADAL" clId="{C516C351-5ACB-4A36-9364-AF9B0A0B6092}" dt="2026-05-24T10:37:43.464" v="50" actId="47"/>
        <pc:sldMkLst>
          <pc:docMk/>
          <pc:sldMk cId="2197238896" sldId="257"/>
        </pc:sldMkLst>
      </pc:sldChg>
      <pc:sldChg chg="del">
        <pc:chgData name="Ahmed Abdelwahab" userId="49c743cc-0c49-48de-bfb0-8eb7ae96dc7f" providerId="ADAL" clId="{C516C351-5ACB-4A36-9364-AF9B0A0B6092}" dt="2026-05-24T10:38:23.257" v="55" actId="47"/>
        <pc:sldMkLst>
          <pc:docMk/>
          <pc:sldMk cId="1024226904" sldId="258"/>
        </pc:sldMkLst>
      </pc:sldChg>
      <pc:sldChg chg="addSp delSp modSp mod">
        <pc:chgData name="Ahmed Abdelwahab" userId="49c743cc-0c49-48de-bfb0-8eb7ae96dc7f" providerId="ADAL" clId="{C516C351-5ACB-4A36-9364-AF9B0A0B6092}" dt="2026-05-24T10:37:28.519" v="47" actId="1076"/>
        <pc:sldMkLst>
          <pc:docMk/>
          <pc:sldMk cId="3231951112" sldId="259"/>
        </pc:sldMkLst>
        <pc:spChg chg="add del mod">
          <ac:chgData name="Ahmed Abdelwahab" userId="49c743cc-0c49-48de-bfb0-8eb7ae96dc7f" providerId="ADAL" clId="{C516C351-5ACB-4A36-9364-AF9B0A0B6092}" dt="2026-05-24T10:36:47.148" v="31" actId="478"/>
          <ac:spMkLst>
            <pc:docMk/>
            <pc:sldMk cId="3231951112" sldId="259"/>
            <ac:spMk id="4" creationId="{CA243D1B-C354-009F-37FE-A9E8653842F8}"/>
          </ac:spMkLst>
        </pc:spChg>
        <pc:spChg chg="mod">
          <ac:chgData name="Ahmed Abdelwahab" userId="49c743cc-0c49-48de-bfb0-8eb7ae96dc7f" providerId="ADAL" clId="{C516C351-5ACB-4A36-9364-AF9B0A0B6092}" dt="2026-05-24T10:35:41.057" v="23" actId="14100"/>
          <ac:spMkLst>
            <pc:docMk/>
            <pc:sldMk cId="3231951112" sldId="259"/>
            <ac:spMk id="17" creationId="{48329A61-6EF6-A5D4-86D9-B12911CE7AA0}"/>
          </ac:spMkLst>
        </pc:spChg>
        <pc:picChg chg="add mod">
          <ac:chgData name="Ahmed Abdelwahab" userId="49c743cc-0c49-48de-bfb0-8eb7ae96dc7f" providerId="ADAL" clId="{C516C351-5ACB-4A36-9364-AF9B0A0B6092}" dt="2026-05-24T10:37:00.288" v="37" actId="1076"/>
          <ac:picMkLst>
            <pc:docMk/>
            <pc:sldMk cId="3231951112" sldId="259"/>
            <ac:picMk id="2" creationId="{565BD3DE-3F1F-0F4A-8873-0560732457F8}"/>
          </ac:picMkLst>
        </pc:picChg>
        <pc:picChg chg="del">
          <ac:chgData name="Ahmed Abdelwahab" userId="49c743cc-0c49-48de-bfb0-8eb7ae96dc7f" providerId="ADAL" clId="{C516C351-5ACB-4A36-9364-AF9B0A0B6092}" dt="2026-05-24T10:36:43.703" v="30" actId="478"/>
          <ac:picMkLst>
            <pc:docMk/>
            <pc:sldMk cId="3231951112" sldId="259"/>
            <ac:picMk id="5" creationId="{3DA05F6E-51D7-F7C6-E89E-ABF03D2C3E19}"/>
          </ac:picMkLst>
        </pc:picChg>
        <pc:picChg chg="add mod">
          <ac:chgData name="Ahmed Abdelwahab" userId="49c743cc-0c49-48de-bfb0-8eb7ae96dc7f" providerId="ADAL" clId="{C516C351-5ACB-4A36-9364-AF9B0A0B6092}" dt="2026-05-24T10:37:28.519" v="47" actId="1076"/>
          <ac:picMkLst>
            <pc:docMk/>
            <pc:sldMk cId="3231951112" sldId="259"/>
            <ac:picMk id="6" creationId="{8CB761B4-B057-779C-6C0E-B6EBB448DFE0}"/>
          </ac:picMkLst>
        </pc:picChg>
        <pc:picChg chg="del">
          <ac:chgData name="Ahmed Abdelwahab" userId="49c743cc-0c49-48de-bfb0-8eb7ae96dc7f" providerId="ADAL" clId="{C516C351-5ACB-4A36-9364-AF9B0A0B6092}" dt="2026-05-24T10:36:42.760" v="29" actId="478"/>
          <ac:picMkLst>
            <pc:docMk/>
            <pc:sldMk cId="3231951112" sldId="259"/>
            <ac:picMk id="7" creationId="{756C7A45-64C0-3012-0907-0CC3567CBB42}"/>
          </ac:picMkLst>
        </pc:picChg>
        <pc:picChg chg="del">
          <ac:chgData name="Ahmed Abdelwahab" userId="49c743cc-0c49-48de-bfb0-8eb7ae96dc7f" providerId="ADAL" clId="{C516C351-5ACB-4A36-9364-AF9B0A0B6092}" dt="2026-05-24T10:36:40.366" v="27" actId="478"/>
          <ac:picMkLst>
            <pc:docMk/>
            <pc:sldMk cId="3231951112" sldId="259"/>
            <ac:picMk id="9" creationId="{BAC5C582-65EC-A82C-7FEB-F9C98583C2B1}"/>
          </ac:picMkLst>
        </pc:picChg>
        <pc:picChg chg="del">
          <ac:chgData name="Ahmed Abdelwahab" userId="49c743cc-0c49-48de-bfb0-8eb7ae96dc7f" providerId="ADAL" clId="{C516C351-5ACB-4A36-9364-AF9B0A0B6092}" dt="2026-05-24T10:36:48.014" v="32" actId="478"/>
          <ac:picMkLst>
            <pc:docMk/>
            <pc:sldMk cId="3231951112" sldId="259"/>
            <ac:picMk id="11" creationId="{41582A1F-9640-3969-1AFB-49AB75DB4EF7}"/>
          </ac:picMkLst>
        </pc:picChg>
        <pc:picChg chg="del">
          <ac:chgData name="Ahmed Abdelwahab" userId="49c743cc-0c49-48de-bfb0-8eb7ae96dc7f" providerId="ADAL" clId="{C516C351-5ACB-4A36-9364-AF9B0A0B6092}" dt="2026-05-24T10:36:39.346" v="26" actId="478"/>
          <ac:picMkLst>
            <pc:docMk/>
            <pc:sldMk cId="3231951112" sldId="259"/>
            <ac:picMk id="13" creationId="{843A84C7-A31F-F363-78C9-C3F2FF1AC515}"/>
          </ac:picMkLst>
        </pc:picChg>
        <pc:picChg chg="mod">
          <ac:chgData name="Ahmed Abdelwahab" userId="49c743cc-0c49-48de-bfb0-8eb7ae96dc7f" providerId="ADAL" clId="{C516C351-5ACB-4A36-9364-AF9B0A0B6092}" dt="2026-05-24T10:37:07.423" v="39" actId="1076"/>
          <ac:picMkLst>
            <pc:docMk/>
            <pc:sldMk cId="3231951112" sldId="259"/>
            <ac:picMk id="20" creationId="{BA305F04-B656-C48D-AC72-61BB38E362EA}"/>
          </ac:picMkLst>
        </pc:picChg>
        <pc:picChg chg="mod">
          <ac:chgData name="Ahmed Abdelwahab" userId="49c743cc-0c49-48de-bfb0-8eb7ae96dc7f" providerId="ADAL" clId="{C516C351-5ACB-4A36-9364-AF9B0A0B6092}" dt="2026-05-24T10:37:04.811" v="38" actId="1076"/>
          <ac:picMkLst>
            <pc:docMk/>
            <pc:sldMk cId="3231951112" sldId="259"/>
            <ac:picMk id="1026" creationId="{F48EB0FE-4A99-FB81-4CE4-285E5FDECC5B}"/>
          </ac:picMkLst>
        </pc:picChg>
      </pc:sldChg>
      <pc:sldChg chg="modSp mod">
        <pc:chgData name="Ahmed Abdelwahab" userId="49c743cc-0c49-48de-bfb0-8eb7ae96dc7f" providerId="ADAL" clId="{C516C351-5ACB-4A36-9364-AF9B0A0B6092}" dt="2026-05-24T10:35:12.762" v="9" actId="20577"/>
        <pc:sldMkLst>
          <pc:docMk/>
          <pc:sldMk cId="536479373" sldId="295"/>
        </pc:sldMkLst>
        <pc:spChg chg="mod">
          <ac:chgData name="Ahmed Abdelwahab" userId="49c743cc-0c49-48de-bfb0-8eb7ae96dc7f" providerId="ADAL" clId="{C516C351-5ACB-4A36-9364-AF9B0A0B6092}" dt="2026-05-24T10:35:12.762" v="9" actId="20577"/>
          <ac:spMkLst>
            <pc:docMk/>
            <pc:sldMk cId="536479373" sldId="295"/>
            <ac:spMk id="14" creationId="{751EF054-910B-B58A-1D15-52A38F4F1514}"/>
          </ac:spMkLst>
        </pc:spChg>
      </pc:sldChg>
      <pc:sldChg chg="del">
        <pc:chgData name="Ahmed Abdelwahab" userId="49c743cc-0c49-48de-bfb0-8eb7ae96dc7f" providerId="ADAL" clId="{C516C351-5ACB-4A36-9364-AF9B0A0B6092}" dt="2026-05-24T10:37:42.569" v="49" actId="47"/>
        <pc:sldMkLst>
          <pc:docMk/>
          <pc:sldMk cId="3347852586" sldId="537"/>
        </pc:sldMkLst>
      </pc:sldChg>
      <pc:sldChg chg="del">
        <pc:chgData name="Ahmed Abdelwahab" userId="49c743cc-0c49-48de-bfb0-8eb7ae96dc7f" providerId="ADAL" clId="{C516C351-5ACB-4A36-9364-AF9B0A0B6092}" dt="2026-05-24T10:38:20.019" v="53" actId="47"/>
        <pc:sldMkLst>
          <pc:docMk/>
          <pc:sldMk cId="966092202" sldId="551"/>
        </pc:sldMkLst>
      </pc:sldChg>
      <pc:sldChg chg="del">
        <pc:chgData name="Ahmed Abdelwahab" userId="49c743cc-0c49-48de-bfb0-8eb7ae96dc7f" providerId="ADAL" clId="{C516C351-5ACB-4A36-9364-AF9B0A0B6092}" dt="2026-05-24T10:38:21.040" v="54" actId="47"/>
        <pc:sldMkLst>
          <pc:docMk/>
          <pc:sldMk cId="260455723" sldId="552"/>
        </pc:sldMkLst>
      </pc:sldChg>
      <pc:sldChg chg="modSp mod">
        <pc:chgData name="Ahmed Abdelwahab" userId="49c743cc-0c49-48de-bfb0-8eb7ae96dc7f" providerId="ADAL" clId="{C516C351-5ACB-4A36-9364-AF9B0A0B6092}" dt="2026-05-24T10:37:47.874" v="51" actId="6549"/>
        <pc:sldMkLst>
          <pc:docMk/>
          <pc:sldMk cId="1867079294" sldId="553"/>
        </pc:sldMkLst>
        <pc:spChg chg="mod">
          <ac:chgData name="Ahmed Abdelwahab" userId="49c743cc-0c49-48de-bfb0-8eb7ae96dc7f" providerId="ADAL" clId="{C516C351-5ACB-4A36-9364-AF9B0A0B6092}" dt="2026-05-24T10:37:47.874" v="51" actId="6549"/>
          <ac:spMkLst>
            <pc:docMk/>
            <pc:sldMk cId="1867079294" sldId="553"/>
            <ac:spMk id="36" creationId="{A00817F4-CD0B-DD28-420B-70C58AED175A}"/>
          </ac:spMkLst>
        </pc:spChg>
      </pc:sldChg>
      <pc:sldChg chg="del">
        <pc:chgData name="Ahmed Abdelwahab" userId="49c743cc-0c49-48de-bfb0-8eb7ae96dc7f" providerId="ADAL" clId="{C516C351-5ACB-4A36-9364-AF9B0A0B6092}" dt="2026-05-24T10:37:42.035" v="48" actId="47"/>
        <pc:sldMkLst>
          <pc:docMk/>
          <pc:sldMk cId="277639622" sldId="554"/>
        </pc:sldMkLst>
      </pc:sldChg>
      <pc:sldChg chg="delSp modSp add mod">
        <pc:chgData name="Ahmed Abdelwahab" userId="49c743cc-0c49-48de-bfb0-8eb7ae96dc7f" providerId="ADAL" clId="{C516C351-5ACB-4A36-9364-AF9B0A0B6092}" dt="2026-05-24T10:38:00.131" v="52" actId="6549"/>
        <pc:sldMkLst>
          <pc:docMk/>
          <pc:sldMk cId="2604264121" sldId="557"/>
        </pc:sldMkLst>
        <pc:spChg chg="mod">
          <ac:chgData name="Ahmed Abdelwahab" userId="49c743cc-0c49-48de-bfb0-8eb7ae96dc7f" providerId="ADAL" clId="{C516C351-5ACB-4A36-9364-AF9B0A0B6092}" dt="2026-05-24T10:38:00.131" v="52" actId="6549"/>
          <ac:spMkLst>
            <pc:docMk/>
            <pc:sldMk cId="2604264121" sldId="557"/>
            <ac:spMk id="17" creationId="{1AD7F67A-4DF3-1AE6-BE3C-BB55C2E1DDDF}"/>
          </ac:spMkLst>
        </pc:spChg>
        <pc:picChg chg="del">
          <ac:chgData name="Ahmed Abdelwahab" userId="49c743cc-0c49-48de-bfb0-8eb7ae96dc7f" providerId="ADAL" clId="{C516C351-5ACB-4A36-9364-AF9B0A0B6092}" dt="2026-05-24T10:37:11.511" v="40" actId="478"/>
          <ac:picMkLst>
            <pc:docMk/>
            <pc:sldMk cId="2604264121" sldId="557"/>
            <ac:picMk id="2" creationId="{7CA26F80-EA1D-082B-8FE5-4703A32380B7}"/>
          </ac:picMkLst>
        </pc:picChg>
        <pc:picChg chg="del">
          <ac:chgData name="Ahmed Abdelwahab" userId="49c743cc-0c49-48de-bfb0-8eb7ae96dc7f" providerId="ADAL" clId="{C516C351-5ACB-4A36-9364-AF9B0A0B6092}" dt="2026-05-24T10:37:13.423" v="42" actId="478"/>
          <ac:picMkLst>
            <pc:docMk/>
            <pc:sldMk cId="2604264121" sldId="557"/>
            <ac:picMk id="20" creationId="{89B5D053-D3DF-C12C-4121-0AFBC75869C9}"/>
          </ac:picMkLst>
        </pc:picChg>
        <pc:picChg chg="del">
          <ac:chgData name="Ahmed Abdelwahab" userId="49c743cc-0c49-48de-bfb0-8eb7ae96dc7f" providerId="ADAL" clId="{C516C351-5ACB-4A36-9364-AF9B0A0B6092}" dt="2026-05-24T10:37:12.523" v="41" actId="478"/>
          <ac:picMkLst>
            <pc:docMk/>
            <pc:sldMk cId="2604264121" sldId="557"/>
            <ac:picMk id="1026" creationId="{8B9B2C2A-DE17-E095-E913-4E1A3BE77CB6}"/>
          </ac:picMkLst>
        </pc:picChg>
      </pc:sldChg>
      <pc:sldMasterChg chg="delSldLayout">
        <pc:chgData name="Ahmed Abdelwahab" userId="49c743cc-0c49-48de-bfb0-8eb7ae96dc7f" providerId="ADAL" clId="{C516C351-5ACB-4A36-9364-AF9B0A0B6092}" dt="2026-05-24T10:38:20.019" v="53" actId="47"/>
        <pc:sldMasterMkLst>
          <pc:docMk/>
          <pc:sldMasterMk cId="484801393" sldId="2147483648"/>
        </pc:sldMasterMkLst>
        <pc:sldLayoutChg chg="del">
          <pc:chgData name="Ahmed Abdelwahab" userId="49c743cc-0c49-48de-bfb0-8eb7ae96dc7f" providerId="ADAL" clId="{C516C351-5ACB-4A36-9364-AF9B0A0B6092}" dt="2026-05-24T10:38:20.019" v="53" actId="47"/>
          <pc:sldLayoutMkLst>
            <pc:docMk/>
            <pc:sldMasterMk cId="484801393" sldId="2147483648"/>
            <pc:sldLayoutMk cId="349876937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76289-71C0-46D4-8369-2A001A077429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DF702-48F8-48BD-85D1-D578CDA6F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14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92B8A-BE7C-4C93-A87B-C50077D9C93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753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CBFED-9103-0E45-6D42-2FB9B8091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CBD91-BAD7-DF89-99BC-6BE03665C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7E08A-A12B-2AA1-E080-2D87C1D0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7207A-359D-DE46-1721-AC2C1AF7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E35C9-5CCC-36F0-3897-2B36A3B8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98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529EF-B451-D7FE-F73A-EB76B5AA7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E59A0-4EDC-C096-F026-7491A49A3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1EA67-9765-1B66-BCEF-802A67B1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C7-D7F9-616C-FD80-DC860E4B2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A5F8-1704-E63E-36FF-1CD057E1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023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35F37-DDAB-62B7-8750-D17DAE707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5DFB8-0B3E-0DFB-2515-CB56EA5E7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2D5D8-BC96-CB5E-3A41-3B41827E3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48EE2-AF83-CDDB-CA9C-AB778C52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497BB-8445-98F3-F235-0E1B7FB1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83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B442-39FD-82BE-1034-A624E6DA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07AF4-6F10-A461-7923-3271A2C31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7D83C-D32B-97C9-34BF-C67FEECB6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887E3-9F26-E633-90A9-1BB7401B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16740-0530-EDCF-8AEC-F7C535C1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9095F-9D74-033C-0E09-2C398C77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74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2D1A-7E01-915C-41D7-AAF61B4C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4CD0E-5277-A13E-B19D-A4DD89E98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E3BB5-9AB9-DD2C-85AE-A77CF3819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EDED2-1F40-0669-26B4-5C9309CE4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890E0-0428-1B26-9E48-B54A7ADAC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CB250-0E02-F3E7-A72D-D48D6F3B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3F2DD6-7EE8-D495-8139-CFBA3868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E70C80-C008-B840-B262-D89BCCEED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1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1092-3BBF-C360-63AE-C027E10E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C22098-5C50-9E74-832B-150FC707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CE724-0C39-36A9-3DDE-0E8AB437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06199-714C-C0DD-18CF-FFC20997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37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FE771-9170-812B-2219-ACF47D53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59D28E-AD60-89E0-64B9-C9785E8E7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B0178-02F8-A660-DF54-32E17159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71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F05F-2B4A-B195-27BE-B454674CC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3E811-3C7A-8922-910C-1110BF97B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60C81-375E-D34A-144D-836CD52BD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FCDD5-F2C5-58AF-5CF2-98D5A53D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061F9-2A92-AFC3-6C6A-118488EC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C1593-AA3A-E2EF-BA94-71DC9F1AC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2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6748-619B-1068-B4AE-951C9FF6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09AD1D-FD84-1916-4D50-187B5D0C8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058C0-9595-E7B1-47BA-DA5519769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667B8-671C-DE2E-05C5-73CA3A0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20F49-1F91-DAF4-23A1-AB4540EA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E9ABC-EAD4-7126-5363-F4D267CF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916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75EC4-4098-45F5-C39B-38F4F80F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EEAE6-D57C-D320-8707-E0FD70177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E84F2-AF9E-7F3C-3569-59945C2A4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71286-CF5E-D139-8B3F-318AAF0FE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2C2B6-CE30-F652-7B2F-3D52648E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83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92BF29-CC58-864F-66DE-64A50C733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B88D3-3C7C-023D-ECCA-2C280F89E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4FFF6-4679-D0D9-1F6B-D48CD902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1C0E5-112C-F7BC-84C2-CF870895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F6FA5-FEA2-BB61-70CB-61437671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341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DB2A1188-7655-3942-B402-ABAD519EE9F7}"/>
              </a:ext>
            </a:extLst>
          </p:cNvPr>
          <p:cNvSpPr/>
          <p:nvPr/>
        </p:nvSpPr>
        <p:spPr>
          <a:xfrm>
            <a:off x="-10750" y="0"/>
            <a:ext cx="12202750" cy="6858000"/>
          </a:xfrm>
          <a:prstGeom prst="rect">
            <a:avLst/>
          </a:prstGeom>
          <a:solidFill>
            <a:srgbClr val="007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96A52489-BD48-5A40-AF40-C7FE89A516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0748" y="0"/>
            <a:ext cx="12202750" cy="6858000"/>
          </a:xfrm>
          <a:custGeom>
            <a:avLst/>
            <a:gdLst>
              <a:gd name="connsiteX0" fmla="*/ 12202750 w 12202750"/>
              <a:gd name="connsiteY0" fmla="*/ 4626493 h 6858000"/>
              <a:gd name="connsiteX1" fmla="*/ 12202750 w 12202750"/>
              <a:gd name="connsiteY1" fmla="*/ 6858000 h 6858000"/>
              <a:gd name="connsiteX2" fmla="*/ 11270933 w 12202750"/>
              <a:gd name="connsiteY2" fmla="*/ 6858000 h 6858000"/>
              <a:gd name="connsiteX3" fmla="*/ 11292806 w 12202750"/>
              <a:gd name="connsiteY3" fmla="*/ 6823366 h 6858000"/>
              <a:gd name="connsiteX4" fmla="*/ 12132976 w 12202750"/>
              <a:gd name="connsiteY4" fmla="*/ 4864546 h 6858000"/>
              <a:gd name="connsiteX5" fmla="*/ 7211067 w 12202750"/>
              <a:gd name="connsiteY5" fmla="*/ 0 h 6858000"/>
              <a:gd name="connsiteX6" fmla="*/ 12202750 w 12202750"/>
              <a:gd name="connsiteY6" fmla="*/ 0 h 6858000"/>
              <a:gd name="connsiteX7" fmla="*/ 12202750 w 12202750"/>
              <a:gd name="connsiteY7" fmla="*/ 1701685 h 6858000"/>
              <a:gd name="connsiteX8" fmla="*/ 12201531 w 12202750"/>
              <a:gd name="connsiteY8" fmla="*/ 1703737 h 6858000"/>
              <a:gd name="connsiteX9" fmla="*/ 12013073 w 12202750"/>
              <a:gd name="connsiteY9" fmla="*/ 2040528 h 6858000"/>
              <a:gd name="connsiteX10" fmla="*/ 6393116 w 12202750"/>
              <a:gd name="connsiteY10" fmla="*/ 3130572 h 6858000"/>
              <a:gd name="connsiteX11" fmla="*/ 7006806 w 12202750"/>
              <a:gd name="connsiteY11" fmla="*/ 307865 h 6858000"/>
              <a:gd name="connsiteX12" fmla="*/ 0 w 12202750"/>
              <a:gd name="connsiteY12" fmla="*/ 0 h 6858000"/>
              <a:gd name="connsiteX13" fmla="*/ 4305911 w 12202750"/>
              <a:gd name="connsiteY13" fmla="*/ 0 h 6858000"/>
              <a:gd name="connsiteX14" fmla="*/ 4155867 w 12202750"/>
              <a:gd name="connsiteY14" fmla="*/ 111493 h 6858000"/>
              <a:gd name="connsiteX15" fmla="*/ 71946 w 12202750"/>
              <a:gd name="connsiteY15" fmla="*/ 4799708 h 6858000"/>
              <a:gd name="connsiteX16" fmla="*/ 0 w 12202750"/>
              <a:gd name="connsiteY16" fmla="*/ 503612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02750" h="6858000">
                <a:moveTo>
                  <a:pt x="12202750" y="4626493"/>
                </a:moveTo>
                <a:lnTo>
                  <a:pt x="12202750" y="6858000"/>
                </a:lnTo>
                <a:lnTo>
                  <a:pt x="11270933" y="6858000"/>
                </a:lnTo>
                <a:lnTo>
                  <a:pt x="11292806" y="6823366"/>
                </a:lnTo>
                <a:cubicBezTo>
                  <a:pt x="11642946" y="6229435"/>
                  <a:pt x="11912279" y="5587138"/>
                  <a:pt x="12132976" y="4864546"/>
                </a:cubicBezTo>
                <a:close/>
                <a:moveTo>
                  <a:pt x="7211067" y="0"/>
                </a:moveTo>
                <a:lnTo>
                  <a:pt x="12202750" y="0"/>
                </a:lnTo>
                <a:lnTo>
                  <a:pt x="12202750" y="1701685"/>
                </a:lnTo>
                <a:lnTo>
                  <a:pt x="12201531" y="1703737"/>
                </a:lnTo>
                <a:cubicBezTo>
                  <a:pt x="12144874" y="1802592"/>
                  <a:pt x="12082910" y="1915911"/>
                  <a:pt x="12013073" y="2040528"/>
                </a:cubicBezTo>
                <a:cubicBezTo>
                  <a:pt x="10966860" y="3848144"/>
                  <a:pt x="7570785" y="5940600"/>
                  <a:pt x="6393116" y="3130572"/>
                </a:cubicBezTo>
                <a:cubicBezTo>
                  <a:pt x="5995310" y="2183970"/>
                  <a:pt x="6384878" y="1279305"/>
                  <a:pt x="7006806" y="307865"/>
                </a:cubicBezTo>
                <a:close/>
                <a:moveTo>
                  <a:pt x="0" y="0"/>
                </a:moveTo>
                <a:lnTo>
                  <a:pt x="4305911" y="0"/>
                </a:lnTo>
                <a:lnTo>
                  <a:pt x="4155867" y="111493"/>
                </a:lnTo>
                <a:cubicBezTo>
                  <a:pt x="2427429" y="1408339"/>
                  <a:pt x="762773" y="2806566"/>
                  <a:pt x="71946" y="4799708"/>
                </a:cubicBezTo>
                <a:lnTo>
                  <a:pt x="0" y="503612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  </a:t>
            </a:r>
            <a:endParaRPr lang="en-GB" dirty="0"/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7AE71AD1-5D76-2045-8B27-CC0C09C99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3413" y="3879852"/>
            <a:ext cx="9358256" cy="1621063"/>
          </a:xfrm>
        </p:spPr>
        <p:txBody>
          <a:bodyPr anchor="b"/>
          <a:lstStyle>
            <a:lvl1pPr algn="r">
              <a:defRPr sz="3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Plaats hier de titel van </a:t>
            </a:r>
            <a:br>
              <a:rPr lang="nl-NL" dirty="0"/>
            </a:br>
            <a:r>
              <a:rPr lang="nl-NL" dirty="0"/>
              <a:t>de presentatie, max. 2 regels</a:t>
            </a:r>
          </a:p>
        </p:txBody>
      </p:sp>
      <p:sp>
        <p:nvSpPr>
          <p:cNvPr id="8" name="Ondertitel 2">
            <a:extLst>
              <a:ext uri="{FF2B5EF4-FFF2-40B4-BE49-F238E27FC236}">
                <a16:creationId xmlns:a16="http://schemas.microsoft.com/office/drawing/2014/main" id="{FFCFFB82-1AE5-3D4E-9AD9-487B27ADF6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82466" y="5664394"/>
            <a:ext cx="3729203" cy="248472"/>
          </a:xfrm>
        </p:spPr>
        <p:txBody>
          <a:bodyPr anchor="ctr"/>
          <a:lstStyle>
            <a:lvl1pPr marL="0" indent="0" algn="r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Naam van de spreker of datum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79C7039-4CB9-294D-98BC-738FE5C22E6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800" y="5846400"/>
            <a:ext cx="1461599" cy="103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7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7158E-35D4-B171-22AE-DDA0447AD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3B6B0-8311-127C-2D48-2034E1BEA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597F0-D658-4246-1AC6-1694CD6BC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4623D-E8AA-4206-88D4-4A39071DD411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88350-0F7C-AB2D-298C-F6D49D043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06468-2F70-AC0A-D0AF-05ED98CB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1F4B94-7B24-49FE-B8E8-B5E734B697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80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B3B798-4972-01BA-F099-7F45CA49DE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D7094AA-BEA0-3132-AED4-73233EBAA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9027" y="6261197"/>
            <a:ext cx="1954781" cy="339913"/>
          </a:xfrm>
        </p:spPr>
        <p:txBody>
          <a:bodyPr/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</a:t>
            </a:r>
          </a:p>
          <a:p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1EF054-910B-B58A-1D15-52A38F4F1514}"/>
              </a:ext>
            </a:extLst>
          </p:cNvPr>
          <p:cNvSpPr txBox="1"/>
          <p:nvPr/>
        </p:nvSpPr>
        <p:spPr>
          <a:xfrm>
            <a:off x="494224" y="2689397"/>
            <a:ext cx="70479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00460" fontAlgn="auto">
              <a:spcBef>
                <a:spcPts val="0"/>
              </a:spcBef>
              <a:spcAft>
                <a:spcPts val="0"/>
              </a:spcAft>
            </a:pPr>
            <a:endParaRPr lang="en-GB" sz="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aira script=latin rev=2"/>
              <a:ea typeface="+mn-ea"/>
              <a:cs typeface="+mn-cs"/>
            </a:endParaRPr>
          </a:p>
          <a:p>
            <a:endParaRPr lang="en-US" sz="4000" b="1" i="0" u="none" strike="noStrike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r>
              <a:rPr lang="en-US" sz="5400" b="1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KET3 </a:t>
            </a:r>
          </a:p>
          <a:p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Ahmed</a:t>
            </a:r>
            <a:endParaRPr lang="en-US" sz="6000" b="1" i="0" u="none" strike="noStrike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428FF4-BB72-BA9C-2B6E-50A9685DD6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188" y="5824252"/>
            <a:ext cx="1310834" cy="873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FD82B1-0E36-92EF-B827-7C26F8B4A35E}"/>
              </a:ext>
            </a:extLst>
          </p:cNvPr>
          <p:cNvSpPr txBox="1"/>
          <p:nvPr/>
        </p:nvSpPr>
        <p:spPr>
          <a:xfrm>
            <a:off x="1337654" y="4751498"/>
            <a:ext cx="92396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030" name="Picture 6" descr="ITEC | LinkedIn">
            <a:extLst>
              <a:ext uri="{FF2B5EF4-FFF2-40B4-BE49-F238E27FC236}">
                <a16:creationId xmlns:a16="http://schemas.microsoft.com/office/drawing/2014/main" id="{09CA44A8-E1EF-8E24-C8B3-7989326AB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461" y="5965794"/>
            <a:ext cx="635316" cy="63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47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69C8-17E5-069F-3DC8-A3D3745BD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RGB-LEDs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826F48-C654-9E43-A4D6-62A7711665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7476" y="1870892"/>
            <a:ext cx="5226655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6E1A98-0E7B-3AB2-4F4F-E7C1367BD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70892"/>
            <a:ext cx="499110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6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6BCC-7E4B-1070-416C-5E58F8C37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70C0"/>
                </a:solidFill>
              </a:rPr>
              <a:t>PCB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40CFFE-3193-61C9-95C9-47E44B8E6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318" y="1777498"/>
            <a:ext cx="550470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13F97E-2316-A34B-8689-7D1715762C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7604" y="798898"/>
            <a:ext cx="5576819" cy="577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74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A4A0E37-891F-6DA0-9065-B9FCCE6332FD}"/>
              </a:ext>
            </a:extLst>
          </p:cNvPr>
          <p:cNvSpPr txBox="1"/>
          <p:nvPr/>
        </p:nvSpPr>
        <p:spPr>
          <a:xfrm>
            <a:off x="357597" y="371192"/>
            <a:ext cx="16962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rgbClr val="0070C0"/>
                </a:solidFill>
              </a:rPr>
              <a:t>Setup</a:t>
            </a:r>
            <a:endParaRPr lang="en-GB" sz="28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329A61-6EF6-A5D4-86D9-B12911CE7AA0}"/>
              </a:ext>
            </a:extLst>
          </p:cNvPr>
          <p:cNvSpPr txBox="1"/>
          <p:nvPr/>
        </p:nvSpPr>
        <p:spPr>
          <a:xfrm>
            <a:off x="184559" y="1258290"/>
            <a:ext cx="6033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Tape, PCB, stencil mask (100um), plastic mouth spatula, razor blade</a:t>
            </a:r>
          </a:p>
        </p:txBody>
      </p:sp>
      <p:pic>
        <p:nvPicPr>
          <p:cNvPr id="1026" name="Picture 2" descr="Mundspatel aus Kunststoff ➡ ab 8,27 €">
            <a:extLst>
              <a:ext uri="{FF2B5EF4-FFF2-40B4-BE49-F238E27FC236}">
                <a16:creationId xmlns:a16="http://schemas.microsoft.com/office/drawing/2014/main" id="{F48EB0FE-4A99-FB81-4CE4-285E5FDEC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0821" y="2106693"/>
            <a:ext cx="27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A305F04-B656-C48D-AC72-61BB38E362E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689" y="2118123"/>
            <a:ext cx="2160000" cy="2428821"/>
          </a:xfrm>
          <a:prstGeom prst="rect">
            <a:avLst/>
          </a:prstGeom>
        </p:spPr>
      </p:pic>
      <p:pic>
        <p:nvPicPr>
          <p:cNvPr id="2" name="Picture 2" descr="Kunststof schrapers - Kunststof schrapers - Krasvrije kunststof schrapers - Schrapers voor raamstickers - Reinigingsschrapers voor verwijderaars, lijmen, stickers, decals, glas, etiketten, autoruiten">
            <a:extLst>
              <a:ext uri="{FF2B5EF4-FFF2-40B4-BE49-F238E27FC236}">
                <a16:creationId xmlns:a16="http://schemas.microsoft.com/office/drawing/2014/main" id="{565BD3DE-3F1F-0F4A-8873-056073245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561" y="125730"/>
            <a:ext cx="523875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green square with a black square on a white surface&#10;&#10;AI-generated content may be incorrect.">
            <a:extLst>
              <a:ext uri="{FF2B5EF4-FFF2-40B4-BE49-F238E27FC236}">
                <a16:creationId xmlns:a16="http://schemas.microsoft.com/office/drawing/2014/main" id="{8CB761B4-B057-779C-6C0E-B6EBB448DFE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 rot="16200000">
            <a:off x="2339468" y="3515553"/>
            <a:ext cx="2722705" cy="380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95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44245-73D3-FE20-AC1A-6602C167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square with a black square on a white surface&#10;&#10;AI-generated content may be incorrect.">
            <a:extLst>
              <a:ext uri="{FF2B5EF4-FFF2-40B4-BE49-F238E27FC236}">
                <a16:creationId xmlns:a16="http://schemas.microsoft.com/office/drawing/2014/main" id="{A722875B-B9D9-7462-F2E4-3900D6701D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7357970" y="3262520"/>
            <a:ext cx="2255462" cy="3155238"/>
          </a:xfrm>
          <a:prstGeom prst="rect">
            <a:avLst/>
          </a:prstGeom>
        </p:spPr>
      </p:pic>
      <p:pic>
        <p:nvPicPr>
          <p:cNvPr id="9" name="Picture 8" descr="A person wearing gloves holding a piece of metal&#10;&#10;AI-generated content may be incorrect.">
            <a:extLst>
              <a:ext uri="{FF2B5EF4-FFF2-40B4-BE49-F238E27FC236}">
                <a16:creationId xmlns:a16="http://schemas.microsoft.com/office/drawing/2014/main" id="{4330A84F-FCC1-E1F5-E2F7-BDED11B0172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>
          <a:xfrm>
            <a:off x="2575696" y="3247968"/>
            <a:ext cx="2255462" cy="3155238"/>
          </a:xfrm>
          <a:prstGeom prst="rect">
            <a:avLst/>
          </a:prstGeom>
        </p:spPr>
      </p:pic>
      <p:pic>
        <p:nvPicPr>
          <p:cNvPr id="11" name="Picture 10" descr="A close-up of a person's hands touching a metal surface&#10;&#10;AI-generated content may be incorrect.">
            <a:extLst>
              <a:ext uri="{FF2B5EF4-FFF2-40B4-BE49-F238E27FC236}">
                <a16:creationId xmlns:a16="http://schemas.microsoft.com/office/drawing/2014/main" id="{39B56DD9-2A78-EA01-5857-EC67127D33C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966833" y="3247968"/>
            <a:ext cx="2255462" cy="3155238"/>
          </a:xfrm>
          <a:prstGeom prst="rect">
            <a:avLst/>
          </a:prstGeom>
        </p:spPr>
      </p:pic>
      <p:pic>
        <p:nvPicPr>
          <p:cNvPr id="5" name="Content Placeholder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46070B7A-E017-5416-F2A4-F848121E41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>
          <a:xfrm>
            <a:off x="9749107" y="3243272"/>
            <a:ext cx="2255462" cy="3155238"/>
          </a:xfrm>
          <a:prstGeom prst="rect">
            <a:avLst/>
          </a:prstGeom>
        </p:spPr>
      </p:pic>
      <p:pic>
        <p:nvPicPr>
          <p:cNvPr id="13" name="Picture 12" descr="A green circuit board on a white surface&#10;&#10;AI-generated content may be incorrect.">
            <a:extLst>
              <a:ext uri="{FF2B5EF4-FFF2-40B4-BE49-F238E27FC236}">
                <a16:creationId xmlns:a16="http://schemas.microsoft.com/office/drawing/2014/main" id="{8C8AE64A-4C92-2A9B-28E1-9BBAD15AA85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184559" y="3255244"/>
            <a:ext cx="2255462" cy="31552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82CA0E-013C-0E9A-57ED-FF89803BC637}"/>
              </a:ext>
            </a:extLst>
          </p:cNvPr>
          <p:cNvSpPr txBox="1"/>
          <p:nvPr/>
        </p:nvSpPr>
        <p:spPr>
          <a:xfrm>
            <a:off x="357597" y="371192"/>
            <a:ext cx="16962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rgbClr val="0070C0"/>
                </a:solidFill>
              </a:rPr>
              <a:t>Setup</a:t>
            </a:r>
            <a:endParaRPr lang="en-GB" sz="2800" b="1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7F67A-4DF3-1AE6-BE3C-BB55C2E1DDDF}"/>
              </a:ext>
            </a:extLst>
          </p:cNvPr>
          <p:cNvSpPr txBox="1"/>
          <p:nvPr/>
        </p:nvSpPr>
        <p:spPr>
          <a:xfrm>
            <a:off x="184559" y="1258290"/>
            <a:ext cx="6033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Tape, PCB, stencil mask (100um), plastic spatula, razor blade</a:t>
            </a:r>
          </a:p>
        </p:txBody>
      </p:sp>
    </p:spTree>
    <p:extLst>
      <p:ext uri="{BB962C8B-B14F-4D97-AF65-F5344CB8AC3E}">
        <p14:creationId xmlns:p14="http://schemas.microsoft.com/office/powerpoint/2010/main" val="2604264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173E3-4412-C9EE-BACE-BC81C53E7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70C0"/>
                </a:solidFill>
              </a:rPr>
              <a:t>Print</a:t>
            </a:r>
          </a:p>
        </p:txBody>
      </p:sp>
      <p:pic>
        <p:nvPicPr>
          <p:cNvPr id="5" name="Content Placeholder 4" descr="A close up of a chip&#10;&#10;AI-generated content may be incorrect.">
            <a:extLst>
              <a:ext uri="{FF2B5EF4-FFF2-40B4-BE49-F238E27FC236}">
                <a16:creationId xmlns:a16="http://schemas.microsoft.com/office/drawing/2014/main" id="{07BBDDDD-DDFB-9B4B-61B8-3E7A3AF81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9586489" y="1627158"/>
            <a:ext cx="2188904" cy="2520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72FD8D-6A4C-31EF-5419-BEB128C755C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20941" y="4083628"/>
            <a:ext cx="2527433" cy="2290813"/>
          </a:xfrm>
          <a:prstGeom prst="rect">
            <a:avLst/>
          </a:prstGeom>
        </p:spPr>
      </p:pic>
      <p:pic>
        <p:nvPicPr>
          <p:cNvPr id="8" name="Picture 7" descr="A close up of a computer chip&#10;&#10;AI-generated content may be incorrect.">
            <a:extLst>
              <a:ext uri="{FF2B5EF4-FFF2-40B4-BE49-F238E27FC236}">
                <a16:creationId xmlns:a16="http://schemas.microsoft.com/office/drawing/2014/main" id="{4FE74B38-98B2-F016-8B2D-918D8538015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41430" y="1792706"/>
            <a:ext cx="2670865" cy="21889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AEC1E2-3B6C-3A5F-566F-4AF7919CC19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6837288" y="3887768"/>
            <a:ext cx="2279145" cy="26708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B8E109-9566-BB24-4577-C0032520BA6D}"/>
              </a:ext>
            </a:extLst>
          </p:cNvPr>
          <p:cNvSpPr txBox="1"/>
          <p:nvPr/>
        </p:nvSpPr>
        <p:spPr>
          <a:xfrm>
            <a:off x="8380528" y="1120367"/>
            <a:ext cx="2202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Die-bonder camera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B5C763B0-4BDE-11D8-04FF-576CC9914B1F}"/>
              </a:ext>
            </a:extLst>
          </p:cNvPr>
          <p:cNvGraphicFramePr>
            <a:graphicFrameLocks/>
          </p:cNvGraphicFramePr>
          <p:nvPr/>
        </p:nvGraphicFramePr>
        <p:xfrm>
          <a:off x="168244" y="1779718"/>
          <a:ext cx="5909480" cy="3037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938844">
                  <a:extLst>
                    <a:ext uri="{9D8B030D-6E8A-4147-A177-3AD203B41FA5}">
                      <a16:colId xmlns:a16="http://schemas.microsoft.com/office/drawing/2014/main" val="1909568945"/>
                    </a:ext>
                  </a:extLst>
                </a:gridCol>
                <a:gridCol w="2970636">
                  <a:extLst>
                    <a:ext uri="{9D8B030D-6E8A-4147-A177-3AD203B41FA5}">
                      <a16:colId xmlns:a16="http://schemas.microsoft.com/office/drawing/2014/main" val="21371640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</a:rPr>
                        <a:t>Advantages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Disadvantages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60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Very Simple (no equipment)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Medium accuracy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973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Fast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Only Printing on Small areas 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91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portable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volume control 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08904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GB" dirty="0"/>
                        <a:t>Compatible with Eurocircuits stencils and PCBs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Medium reproducibility 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099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Max. resolution tested 0.4x0.4mm2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61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079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5FAE-32D4-3524-B85A-94B46725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2EB86998-075B-9D12-1A10-16357FC281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378"/>
          <a:stretch/>
        </p:blipFill>
        <p:spPr>
          <a:xfrm rot="10800000" flipV="1">
            <a:off x="-5" y="1453"/>
            <a:ext cx="3000657" cy="41081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00817F4-CD0B-DD28-420B-70C58AED175A}"/>
              </a:ext>
            </a:extLst>
          </p:cNvPr>
          <p:cNvSpPr txBox="1"/>
          <p:nvPr/>
        </p:nvSpPr>
        <p:spPr>
          <a:xfrm>
            <a:off x="0" y="0"/>
            <a:ext cx="2867487" cy="412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/>
            <a:endParaRPr kumimoji="0" lang="en-GB" sz="2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CDDEEC-3813-C858-8057-B4D27AF00F49}"/>
              </a:ext>
            </a:extLst>
          </p:cNvPr>
          <p:cNvSpPr>
            <a:spLocks/>
          </p:cNvSpPr>
          <p:nvPr/>
        </p:nvSpPr>
        <p:spPr>
          <a:xfrm>
            <a:off x="-1850" y="922553"/>
            <a:ext cx="2554555" cy="36933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Solder paste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22C010-2B27-9044-F6CE-254B4842DA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825"/>
          <a:stretch/>
        </p:blipFill>
        <p:spPr>
          <a:xfrm>
            <a:off x="9884664" y="0"/>
            <a:ext cx="2286936" cy="1008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925354-25BF-2F30-2D09-2F1B10AAD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33343"/>
            <a:ext cx="9974067" cy="4858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9F81BF-B5FB-D73A-EF2F-A19CE2102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850" y="1819186"/>
            <a:ext cx="5620534" cy="21243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23B03B-EAB0-3FE0-1D97-C2D54CAEFF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825" t="8258" b="-1"/>
          <a:stretch/>
        </p:blipFill>
        <p:spPr>
          <a:xfrm>
            <a:off x="3867912" y="5828173"/>
            <a:ext cx="4044696" cy="8038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9F6C9B1-30B1-6112-904E-0676DB370E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920"/>
          <a:stretch/>
        </p:blipFill>
        <p:spPr>
          <a:xfrm>
            <a:off x="6096000" y="0"/>
            <a:ext cx="3788664" cy="10083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CDE4328-416C-8DBF-331D-34BBED5718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258" r="69150" b="-1"/>
          <a:stretch/>
        </p:blipFill>
        <p:spPr>
          <a:xfrm>
            <a:off x="106680" y="5828173"/>
            <a:ext cx="3761232" cy="8038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6EF235B-897D-A9B8-CD5F-14C9404EBD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6503" y="2330377"/>
            <a:ext cx="6627504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7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76</Words>
  <Application>Microsoft Office PowerPoint</Application>
  <PresentationFormat>Widescreen</PresentationFormat>
  <Paragraphs>26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Saira script=latin rev=2</vt:lpstr>
      <vt:lpstr>Times New Roman</vt:lpstr>
      <vt:lpstr>Office Theme</vt:lpstr>
      <vt:lpstr>PowerPoint Presentation</vt:lpstr>
      <vt:lpstr>RGB-LEDs</vt:lpstr>
      <vt:lpstr>PCB</vt:lpstr>
      <vt:lpstr>PowerPoint Presentation</vt:lpstr>
      <vt:lpstr>PowerPoint Presentation</vt:lpstr>
      <vt:lpstr>Print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Abdelwahab</dc:creator>
  <cp:lastModifiedBy>Ahmed Abdelwahab</cp:lastModifiedBy>
  <cp:revision>19</cp:revision>
  <dcterms:created xsi:type="dcterms:W3CDTF">2025-04-22T09:05:45Z</dcterms:created>
  <dcterms:modified xsi:type="dcterms:W3CDTF">2026-05-24T10:38:28Z</dcterms:modified>
</cp:coreProperties>
</file>